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2700000">
              <a:srgbClr val="666666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</a:rPr>
              <a:t>141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Cases Analyzed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2700000">
              <a:srgbClr val="666666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</a:rPr>
              <a:t>95.0%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9184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Model Precision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2700000">
              <a:srgbClr val="666666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</a:rPr>
              <a:t>2.0%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12648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False Positive Rate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22222"/>
                </a:solidFill>
              </a:rPr>
              <a:t>High-Risk Escalations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No cases escalated beyond ambient thresholds.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6633"/>
                </a:solidFill>
              </a:rPr>
              <a:t>Recommended Actions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50800" dir="162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Hardware costs spiked by 14% due to a massive renewal with VendorA.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</a:rPr>
              <a:t>Suspicious clustering of small-value transactions observed in North Region.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2026-08-15T19:54:11Z</dcterms:created>
  <dcterms:modified xsi:type="dcterms:W3CDTF">2026-08-15T19:54:11Z</dcterms:modified>
</cp:coreProperties>
</file>