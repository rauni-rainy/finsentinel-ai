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Cases Analyzed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95.0%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Model Precision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2.0%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False Positive Rate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22222"/>
                </a:solidFill>
              </a:rPr>
              <a:t>High-Risk Escalations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508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Case: test-exec-1 | Account: Unknown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</a:rPr>
              <a:t>Amount: $25000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Risk: 92.5 | Conf: N/A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Reason: Flagged for manual review.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33"/>
                </a:solidFill>
              </a:rPr>
              <a:t>Recommended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508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Software expenses spiked due to VendorC.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2026-08-15T17:16:55Z</dcterms:created>
  <dcterms:modified xsi:type="dcterms:W3CDTF">2026-08-15T17:16:55Z</dcterms:modified>
</cp:coreProperties>
</file>