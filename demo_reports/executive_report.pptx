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FinSentinel AI: Executive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Anomaly &amp; Variance Analysis</a:t>
            </a:r>
          </a:p>
          <a:p/>
          <a:p>
            <a:r>
              <a:t>Cases Analyzed: 1</a:t>
            </a:r>
          </a:p>
          <a:p>
            <a:r>
              <a:t>Model Precision: 95.0% | FPR: 2.0%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22222"/>
                </a:solidFill>
              </a:defRPr>
            </a:pPr>
            <a:r>
              <a:t>High-Risk Escalations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Flagged for manual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33"/>
                </a:solidFill>
              </a:defRPr>
            </a:pPr>
            <a:r>
              <a:t>Strategic Insights &amp; 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Q: Why did expenses spike?</a:t>
            </a:r>
          </a:p>
          <a:p>
            <a:pPr>
              <a:defRPr sz="1600"/>
            </a:pPr>
            <a:r>
              <a:t>A: Software expenses spiked due to VendorC.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